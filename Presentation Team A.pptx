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5111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97BC62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5029200" cy="5029200"/>
          </a:xfrm>
          <a:prstGeom prst="ellipse">
            <a:avLst/>
          </a:prstGeom>
          <a:solidFill>
            <a:srgbClr val="97BC62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FarmVerse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Agriculture Management Platform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3063240"/>
            <a:ext cx="274320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2461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Virtual Internship 7.0, Java Developer Track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51560" y="4434840"/>
            <a:ext cx="10291572" cy="1325879"/>
          </a:xfrm>
          <a:prstGeom prst="roundRect">
            <a:avLst>
              <a:gd name="adj" fmla="val 3137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1081704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A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755648" y="4572000"/>
            <a:ext cx="640080" cy="6400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57200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5285232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Ananya C.Y.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803904" y="4572000"/>
            <a:ext cx="640080" cy="6400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3099816" y="457200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962656" y="5285232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Arindam Pal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852160" y="4572000"/>
            <a:ext cx="640080" cy="6400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5148072" y="457200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10912" y="5285232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Arfa Banu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900416" y="4572000"/>
            <a:ext cx="640080" cy="6400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0" name="Text 18"/>
          <p:cNvSpPr/>
          <p:nvPr/>
        </p:nvSpPr>
        <p:spPr>
          <a:xfrm>
            <a:off x="7196328" y="457200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059168" y="5285232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Bhagyesh Patil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948672" y="4572000"/>
            <a:ext cx="640080" cy="6400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3" name="Text 21"/>
          <p:cNvSpPr/>
          <p:nvPr/>
        </p:nvSpPr>
        <p:spPr>
          <a:xfrm>
            <a:off x="9244584" y="457200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07424" y="5285232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Kousar Bee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73152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000" dirty="0"/>
          </a:p>
        </p:txBody>
      </p:sp>
      <p:sp>
        <p:nvSpPr>
          <p:cNvPr id="27" name="Shape 1">
            <a:extLst>
              <a:ext uri="{FF2B5EF4-FFF2-40B4-BE49-F238E27FC236}">
                <a16:creationId xmlns:a16="http://schemas.microsoft.com/office/drawing/2014/main" id="{BED7316E-B9D3-A6B5-B486-AD03A90A04E4}"/>
              </a:ext>
            </a:extLst>
          </p:cNvPr>
          <p:cNvSpPr/>
          <p:nvPr/>
        </p:nvSpPr>
        <p:spPr>
          <a:xfrm>
            <a:off x="-885712" y="-1051560"/>
            <a:ext cx="2228624" cy="2194560"/>
          </a:xfrm>
          <a:prstGeom prst="ellipse">
            <a:avLst/>
          </a:prstGeom>
          <a:solidFill>
            <a:schemeClr val="tx1">
              <a:lumMod val="95000"/>
              <a:lumOff val="5000"/>
              <a:alpha val="15000"/>
            </a:schemeClr>
          </a:solidFill>
          <a:ln/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Project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846320"/>
          </a:xfrm>
          <a:prstGeom prst="roundRect">
            <a:avLst>
              <a:gd name="adj" fmla="val 1509"/>
            </a:avLst>
          </a:prstGeom>
          <a:solidFill>
            <a:schemeClr val="bg1">
              <a:lumMod val="85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00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manage land, crop cycles, and yields with little digital record keeping, making planning and tracking difficult.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data is scattered, hard to review, and not connected to any central platform administrators can oversee.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F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have no direct, transparent channel to view crop availability and pricing from producers.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1600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37960" y="2148840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role-based web platform connecting Farmers, Administrators, and Guests through one system.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record and manage their own farms and crops directly, with full CRUD control over their data.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get a platform wide view: total farmers, farms, and crops, with the ability to manage farmer accounts.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token-based authentication ensures each user only ever accesses their own data.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FarmVerse | Team 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roles, one platform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4572000"/>
          </a:xfrm>
          <a:prstGeom prst="roundRect">
            <a:avLst>
              <a:gd name="adj" fmla="val 2051"/>
            </a:avLst>
          </a:prstGeom>
          <a:solidFill>
            <a:srgbClr val="F5F5F5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2C5F2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57400"/>
            <a:ext cx="356616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002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F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log in securely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F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delete, and view farms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F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delete, and view crops per farm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F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dashboard with farm and crop counts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566160" cy="4572000"/>
          </a:xfrm>
          <a:prstGeom prst="roundRect">
            <a:avLst>
              <a:gd name="adj" fmla="val 2051"/>
            </a:avLst>
          </a:prstGeom>
          <a:solidFill>
            <a:srgbClr val="F5F5F5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60020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2057400"/>
            <a:ext cx="356616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6002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Administrator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17720" y="260604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F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wide dashboard: farmers, farms, crops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F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registered farmers and their farm counts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F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and remove farmer accounts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F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restricted access to admin only endpoints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566160" cy="4572000"/>
          </a:xfrm>
          <a:prstGeom prst="roundRect">
            <a:avLst>
              <a:gd name="adj" fmla="val 2051"/>
            </a:avLst>
          </a:prstGeom>
          <a:solidFill>
            <a:srgbClr val="F5F5F5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160020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B85042"/>
          </a:solidFill>
          <a:ln/>
        </p:spPr>
      </p:sp>
      <p:sp>
        <p:nvSpPr>
          <p:cNvPr id="16" name="Shape 14"/>
          <p:cNvSpPr/>
          <p:nvPr/>
        </p:nvSpPr>
        <p:spPr>
          <a:xfrm>
            <a:off x="8138160" y="2057400"/>
            <a:ext cx="3566160" cy="3200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16002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12480" y="260604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F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platform </a:t>
            </a: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F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available crops and pricing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F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Planned: place orders directly from listings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F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to farmer or admin management tools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FarmVerse | Team 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66160" cy="2880360"/>
          </a:xfrm>
          <a:prstGeom prst="roundRect">
            <a:avLst>
              <a:gd name="adj" fmla="val 2540"/>
            </a:avLst>
          </a:prstGeom>
          <a:solidFill>
            <a:srgbClr val="F5F5F5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0" y="173736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F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F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F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F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for API calls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566160" cy="2880360"/>
          </a:xfrm>
          <a:prstGeom prst="roundRect">
            <a:avLst>
              <a:gd name="adj" fmla="val 2540"/>
            </a:avLst>
          </a:prstGeom>
          <a:solidFill>
            <a:srgbClr val="F5F5F5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06440" y="17373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80644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343400" y="2468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63440" y="29718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F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17, Spring Boot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F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Security, JWT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F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(Hibernate)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F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38160" y="1463040"/>
            <a:ext cx="3566160" cy="2880360"/>
          </a:xfrm>
          <a:prstGeom prst="roundRect">
            <a:avLst>
              <a:gd name="adj" fmla="val 2540"/>
            </a:avLst>
          </a:prstGeom>
          <a:solidFill>
            <a:srgbClr val="F5F5F5"/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0" y="173736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138160" y="2468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458200" y="29718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F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F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 Supabase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F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pooler connection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F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relational integrity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Highlights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8680" y="51663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JWT authentication on every protected request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ownership resolved from the token, never trusted from the request body</a:t>
            </a:r>
            <a:endParaRPr lang="en-US" sz="1250" dirty="0"/>
          </a:p>
          <a:p>
            <a:pPr marL="342900" indent="-342900">
              <a:buSzPct val="100000"/>
              <a:buChar char="▪"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response contract across every endpoint (status, statusCode, message, id)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FarmVerse | Team 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request moves through the platform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25780" y="228600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2C5F2D"/>
          </a:solidFill>
          <a:ln/>
          <a:effectLst>
            <a:outerShdw blurRad="635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62940" y="24505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62940" y="2907792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sends a request with a JWT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73452" y="2953512"/>
            <a:ext cx="329184" cy="219456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8" name="Shape 6"/>
          <p:cNvSpPr/>
          <p:nvPr/>
        </p:nvSpPr>
        <p:spPr>
          <a:xfrm>
            <a:off x="2830068" y="228600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1C7293"/>
          </a:solidFill>
          <a:ln/>
          <a:effectLst>
            <a:outerShdw blurRad="635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67228" y="24505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Filter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67228" y="2907792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validated, identity attached to the request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77740" y="2953512"/>
            <a:ext cx="329184" cy="219456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2" name="Shape 10"/>
          <p:cNvSpPr/>
          <p:nvPr/>
        </p:nvSpPr>
        <p:spPr>
          <a:xfrm>
            <a:off x="5134356" y="228600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2C5F2D"/>
          </a:solidFill>
          <a:ln/>
          <a:effectLst>
            <a:outerShdw blurRad="635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71516" y="24505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71516" y="2907792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routed, input validated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082028" y="2953512"/>
            <a:ext cx="329184" cy="219456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6" name="Shape 14"/>
          <p:cNvSpPr/>
          <p:nvPr/>
        </p:nvSpPr>
        <p:spPr>
          <a:xfrm>
            <a:off x="7438644" y="228600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1C7293"/>
          </a:solidFill>
          <a:ln/>
          <a:effectLst>
            <a:outerShdw blurRad="635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75804" y="24505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575804" y="2907792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logic, ownership checks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386316" y="2953512"/>
            <a:ext cx="329184" cy="219456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20" name="Shape 18"/>
          <p:cNvSpPr/>
          <p:nvPr/>
        </p:nvSpPr>
        <p:spPr>
          <a:xfrm>
            <a:off x="9742932" y="228600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2C5F2D"/>
          </a:solidFill>
          <a:ln/>
          <a:effectLst>
            <a:outerShdw blurRad="635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880092" y="24505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880092" y="2907792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on Supabase, cascading integrity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43484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F5F5F5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617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Status and Next Steps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8680" y="507492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F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Farm and Crop CRUD, Farmer and Admin dashboards: complete</a:t>
            </a:r>
            <a:endParaRPr lang="en-US" sz="1200" dirty="0"/>
          </a:p>
          <a:p>
            <a:pPr marL="342900" indent="-342900">
              <a:buSzPct val="100000"/>
              <a:buChar char="▪"/>
            </a:pPr>
            <a:r>
              <a:rPr lang="en-US" sz="1200" dirty="0">
                <a:solidFill>
                  <a:srgbClr val="1F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contract finalized and shared across the team before implementation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09360" y="507492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F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integration with the finalized API contract in progress</a:t>
            </a:r>
            <a:endParaRPr lang="en-US" sz="1200" dirty="0"/>
          </a:p>
          <a:p>
            <a:pPr marL="342900" indent="-342900">
              <a:buSzPct val="100000"/>
              <a:buChar char="▪"/>
            </a:pPr>
            <a:r>
              <a:rPr lang="en-US" sz="1200" dirty="0">
                <a:solidFill>
                  <a:srgbClr val="1F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crop marketplace and payment flow planned next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FarmVerse | Team 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468</Words>
  <Application>Microsoft Office PowerPoint</Application>
  <PresentationFormat>Widescreen</PresentationFormat>
  <Paragraphs>95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Arindam Pal</cp:lastModifiedBy>
  <cp:revision>2</cp:revision>
  <dcterms:created xsi:type="dcterms:W3CDTF">2026-07-20T19:29:06Z</dcterms:created>
  <dcterms:modified xsi:type="dcterms:W3CDTF">2026-07-20T19:39:25Z</dcterms:modified>
</cp:coreProperties>
</file>